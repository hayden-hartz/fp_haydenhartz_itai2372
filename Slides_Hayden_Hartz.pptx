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8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9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47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4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75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9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1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2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82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3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9997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00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1390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07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29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4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-318"/>
            <a:ext cx="1952272" cy="6853571"/>
            <a:chOff x="6627813" y="195220"/>
            <a:chExt cx="1952625" cy="5678531"/>
          </a:xfrm>
          <a:solidFill>
            <a:schemeClr val="accent1"/>
          </a:solidFill>
        </p:grpSpPr>
        <p:sp>
          <p:nvSpPr>
            <p:cNvPr id="50" name="Freeform 27"/>
            <p:cNvSpPr/>
            <p:nvPr/>
          </p:nvSpPr>
          <p:spPr bwMode="auto">
            <a:xfrm>
              <a:off x="6627813" y="19522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538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Risk Detection for NASA 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Hayden</a:t>
            </a:r>
            <a:r>
              <a:rPr dirty="0"/>
              <a:t> Hartz</a:t>
            </a:r>
          </a:p>
          <a:p>
            <a:pPr marL="0" indent="0" algn="ctr">
              <a:buNone/>
            </a:pPr>
            <a:r>
              <a:rPr dirty="0"/>
              <a:t>ITAI 2372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Space missions produce large amounts of data</a:t>
            </a:r>
          </a:p>
          <a:p>
            <a:r>
              <a:t>Difficult for humans to monitor everything</a:t>
            </a:r>
          </a:p>
          <a:p>
            <a:r>
              <a:t>Risks may go unnoticed until it is too 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 that analyzes mission data</a:t>
            </a:r>
          </a:p>
          <a:p>
            <a:r>
              <a:t>Detects unusual patterns</a:t>
            </a:r>
          </a:p>
          <a:p>
            <a:r>
              <a:t>Provides early warnings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machine learning (anomaly detection)</a:t>
            </a:r>
          </a:p>
          <a:p>
            <a:r>
              <a:t>Trained on past mission data</a:t>
            </a:r>
          </a:p>
          <a:p>
            <a:r>
              <a:t>Monitors real-time data</a:t>
            </a:r>
          </a:p>
          <a:p>
            <a:r>
              <a:t>Flags potential risks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Temperature</a:t>
            </a:r>
          </a:p>
          <a:p>
            <a:r>
              <a:t>Fuel levels</a:t>
            </a:r>
          </a:p>
          <a:p>
            <a:r>
              <a:t>Equipment performance</a:t>
            </a:r>
          </a:p>
          <a:p>
            <a:r>
              <a:t>Communication signals</a:t>
            </a:r>
          </a:p>
          <a:p>
            <a:r>
              <a:t>Navigation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problem detection</a:t>
            </a:r>
          </a:p>
          <a:p>
            <a:r>
              <a:t>Improved safety</a:t>
            </a:r>
          </a:p>
          <a:p>
            <a:r>
              <a:t>Better decision-making</a:t>
            </a:r>
          </a:p>
          <a:p>
            <a:r>
              <a:t>Reduced human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with historical data</a:t>
            </a:r>
          </a:p>
          <a:p>
            <a:r>
              <a:t>Simulate mission problems</a:t>
            </a:r>
          </a:p>
          <a:p>
            <a:r>
              <a:t>Measure accuracy and speed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can improve mission success</a:t>
            </a:r>
          </a:p>
          <a:p>
            <a:r>
              <a:t>Helps detect risks early</a:t>
            </a:r>
          </a:p>
          <a:p>
            <a:r>
              <a:t>Supports NASA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115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AI-Based Risk Detection for NASA Missions</vt:lpstr>
      <vt:lpstr>Problem</vt:lpstr>
      <vt:lpstr>Solution</vt:lpstr>
      <vt:lpstr>How It Works</vt:lpstr>
      <vt:lpstr>Data Used</vt:lpstr>
      <vt:lpstr>Benefits</vt:lpstr>
      <vt:lpstr>Testing Plan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hayden hartz</dc:creator>
  <cp:keywords/>
  <dc:description>generated using python-pptx</dc:description>
  <cp:lastModifiedBy>hayden hartz</cp:lastModifiedBy>
  <cp:revision>2</cp:revision>
  <dcterms:created xsi:type="dcterms:W3CDTF">2013-01-27T09:14:16Z</dcterms:created>
  <dcterms:modified xsi:type="dcterms:W3CDTF">2026-04-27T02:05:03Z</dcterms:modified>
  <cp:category/>
</cp:coreProperties>
</file>